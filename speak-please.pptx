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Montserrat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2696e459f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2696e459f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2696e459f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2696e459f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2696e459f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2696e459f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2696e459f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c2696e459f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2696e459f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c2696e459f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2696e459f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2696e459f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2696e459f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c2696e459f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2696e459f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2696e459f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2696e459f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c2696e459f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2696e459f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c2696e459f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2696e459f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c2696e459f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2696e459f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c2696e459f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2696e459f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c2696e459f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2696e459f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c2696e459f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c2696e459f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c2696e459f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c2696e459f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c2696e459f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600"/>
              <a:t>Speak Please</a:t>
            </a:r>
            <a:endParaRPr sz="46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/>
              <a:t>The Gamified Social Engine Built in Rust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/>
              <a:t>The Idea</a:t>
            </a:r>
            <a:endParaRPr sz="3600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The Problem: Social media makes us lonely; real-world interaction feels like a "boss fight."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The Solution: Speak Please – A gamified platform that turns social interactions into XP. 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The Goal: Enhance interpersonal skills and self-esteem through structured real-world challenges. 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Philosophy: Built with Rust/Tauri for maximum performance and reliability.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Tech Stack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Real Engineering for a "Simple" App      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The Core: 100% Rust-driven ecosystem.     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Frontend: Tauri + React + TailwindCSS + TypeScript.        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Why? Native performance without the Chromium bloat. (Also, I don’t like Electron)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Backend: Axum (High-performance web framework) + SeaORM (Async ORM).   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The Bridge: Tauri Specta. Eliminating the "Type Gap" between Rust and TypeScript. No : any allowed here.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Target: Android &amp; Linux (The OS of choice).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Technical Deep Dive: Security &amp; Auth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Argon2 Hashing: Using the winner of the Password Hashing Competition for user security.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Dual-Token System: Robust JWT implementation with Refresh Tokens and static salting.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Refresh tokens rotation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ULID for ids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11863"/>
            <a:ext cx="8839201" cy="3580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850" y="152400"/>
            <a:ext cx="857686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213" y="152400"/>
            <a:ext cx="795756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The Features</a:t>
            </a:r>
            <a:endParaRPr/>
          </a:p>
        </p:txBody>
      </p:sp>
      <p:sp>
        <p:nvSpPr>
          <p:cNvPr id="174" name="Google Shape;174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Quest System: Fully implemented logic for social missions. 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The Arena and Chat: A real-time hub for users (80% complete, built on async streams and Web sockets). 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Quest Archive: A persistent history of personal growth powered by SeaORM. 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Multi-Platform: True cross-platform potential (Android/Linux) from a single codebase.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Error handling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Very good scalability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scc(Sloc Cloc and Code)</a:t>
            </a:r>
            <a:endParaRPr/>
          </a:p>
        </p:txBody>
      </p:sp>
      <p:pic>
        <p:nvPicPr>
          <p:cNvPr id="180" name="Google Shape;18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000" y="1150900"/>
            <a:ext cx="4539401" cy="3611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8213" y="1307838"/>
            <a:ext cx="4048125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5420550" y="1946575"/>
            <a:ext cx="3353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Rust is heavy(or project is big?)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Tauri Specta – Best thing ever</a:t>
            </a:r>
            <a:endParaRPr/>
          </a:p>
        </p:txBody>
      </p:sp>
      <p:sp>
        <p:nvSpPr>
          <p:cNvPr id="188" name="Google Shape;188;p22"/>
          <p:cNvSpPr txBox="1"/>
          <p:nvPr>
            <p:ph idx="1" type="body"/>
          </p:nvPr>
        </p:nvSpPr>
        <p:spPr>
          <a:xfrm flipH="1" rot="5087096">
            <a:off x="-270225" y="5281617"/>
            <a:ext cx="980258" cy="35216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750" y="1718163"/>
            <a:ext cx="449580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1538" y="1718163"/>
            <a:ext cx="3400425" cy="19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2"/>
          <p:cNvSpPr txBox="1"/>
          <p:nvPr/>
        </p:nvSpPr>
        <p:spPr>
          <a:xfrm>
            <a:off x="1257450" y="3907375"/>
            <a:ext cx="1442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From Rust struct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" name="Google Shape;192;p22"/>
          <p:cNvSpPr txBox="1"/>
          <p:nvPr/>
        </p:nvSpPr>
        <p:spPr>
          <a:xfrm>
            <a:off x="6386750" y="3823200"/>
            <a:ext cx="3154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 get this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06650" cy="389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3"/>
          <p:cNvSpPr txBox="1"/>
          <p:nvPr/>
        </p:nvSpPr>
        <p:spPr>
          <a:xfrm>
            <a:off x="2526000" y="4177300"/>
            <a:ext cx="4092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Error handling is very important!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6338" y="152400"/>
            <a:ext cx="7151313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Performance &amp; Architecture</a:t>
            </a:r>
            <a:endParaRPr/>
          </a:p>
        </p:txBody>
      </p:sp>
      <p:sp>
        <p:nvSpPr>
          <p:cNvPr id="209" name="Google Shape;209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Why Rust?     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Concurrency: Axum handles thousands of requests with a minimal memory footprint.     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Safety: The "Borrow Checker" ensures the server doesn't crash.     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Async Everything: From database queries with SeaORM to the Tauri IPC bridge.     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S3 Integration: Integrated Synology C2 storage for scalable media handling.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And… I just love Rust!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467918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6"/>
          <p:cNvSpPr txBox="1"/>
          <p:nvPr/>
        </p:nvSpPr>
        <p:spPr>
          <a:xfrm>
            <a:off x="5179025" y="1427950"/>
            <a:ext cx="3978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6" name="Google Shape;21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0325" y="187913"/>
            <a:ext cx="4467926" cy="4838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467918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0325" y="152400"/>
            <a:ext cx="4467926" cy="4838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467918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0325" y="152400"/>
            <a:ext cx="4467926" cy="4838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Thanks for attention!</a:t>
            </a:r>
            <a:br>
              <a:rPr lang="ru"/>
            </a:br>
            <a:r>
              <a:rPr lang="ru"/>
              <a:t>Questions?</a:t>
            </a:r>
            <a:endParaRPr/>
          </a:p>
        </p:txBody>
      </p:sp>
      <p:sp>
        <p:nvSpPr>
          <p:cNvPr id="234" name="Google Shape;234;p29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